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99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CP_DARK">
    <p:bg>
      <p:bgPr>
        <a:solidFill>
          <a:srgbClr val="1E22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4E"/>
          </a:solidFill>
          <a:ln w="12700">
            <a:solidFill>
              <a:srgbClr val="1E2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6446520"/>
            <a:ext cx="11365992" cy="0"/>
          </a:xfrm>
          <a:prstGeom prst="line">
            <a:avLst/>
          </a:prstGeom>
          <a:noFill/>
          <a:ln w="13970">
            <a:solidFill>
              <a:srgbClr val="39C6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64739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40" dirty="0">
                <a:solidFill>
                  <a:srgbClr val="7ED9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MCP COMMUNITY CONNECT · BENGALURU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738360" y="64739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1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 SEPTEMBER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1937" y="-196596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24857" y="-148132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576072"/>
            <a:ext cx="73152" cy="5166360"/>
          </a:xfrm>
          <a:prstGeom prst="rect">
            <a:avLst/>
          </a:prstGeom>
          <a:solidFill>
            <a:srgbClr val="39C6D8"/>
          </a:solidFill>
          <a:ln w="1270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0392" y="1234440"/>
            <a:ext cx="6812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Session Title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Goes Here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877824" y="31546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concise subtitle or one-line promise for the audience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77824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NAME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77824" y="4480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role · Company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7824" y="5074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MCP Community Connect Bengaluru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7824" y="53766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 September 2026</a:t>
            </a:r>
            <a:endParaRPr lang="en-US" sz="1000" dirty="0"/>
          </a:p>
        </p:txBody>
      </p:sp>
      <p:pic>
        <p:nvPicPr>
          <p:cNvPr id="19" name="Image 1" descr="/mnt/data/bengaluru_skyline_in_cyan_line_art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6858000" y="5230368"/>
            <a:ext cx="4892040" cy="1143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8BD17-FC34-2986-89DE-2EF3764AC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515" y="1194757"/>
            <a:ext cx="3590661" cy="35906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49808" y="2176272"/>
            <a:ext cx="2240280" cy="2240280"/>
          </a:xfrm>
          <a:prstGeom prst="ellipse">
            <a:avLst/>
          </a:prstGeom>
          <a:solidFill>
            <a:srgbClr val="35417B"/>
          </a:solidFill>
          <a:ln w="2667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70432" y="2871216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HEADSHOT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29000" y="2331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NAME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3456432" y="29077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role · Company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3584448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2–3 lines to establish credibility and context. Focus on what is relevant to this session rather than a full biography.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456432" y="482803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282E66"/>
          </a:solidFill>
          <a:ln w="12700">
            <a:solidFill>
              <a:srgbClr val="282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584448" y="4901184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@yourhandle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047488" y="4828032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282E66"/>
          </a:solidFill>
          <a:ln w="12700">
            <a:solidFill>
              <a:srgbClr val="282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75504" y="4901184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yourwebsite.dev</a:t>
            </a:r>
            <a:endParaRPr lang="en-US" sz="850" dirty="0"/>
          </a:p>
        </p:txBody>
      </p:sp>
      <p:pic>
        <p:nvPicPr>
          <p:cNvPr id="23" name="Image 1" descr="/mnt/data/bengaluru_skyline_in_cyan_line_art.png"/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6858000" y="5230368"/>
            <a:ext cx="4892040" cy="1143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6AED207-EEA0-3ECA-616E-C45627BC809C}"/>
              </a:ext>
            </a:extLst>
          </p:cNvPr>
          <p:cNvGrpSpPr/>
          <p:nvPr/>
        </p:nvGrpSpPr>
        <p:grpSpPr>
          <a:xfrm>
            <a:off x="524256" y="295773"/>
            <a:ext cx="2061533" cy="600339"/>
            <a:chOff x="524256" y="295773"/>
            <a:chExt cx="2626321" cy="764811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5BDBA67-AEF2-59A4-C475-0802E06F5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3709" t="820" r="3709" b="24943"/>
            <a:stretch>
              <a:fillRect/>
            </a:stretch>
          </p:blipFill>
          <p:spPr>
            <a:xfrm>
              <a:off x="524256" y="295773"/>
              <a:ext cx="1030224" cy="76481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2A3B7BD-E087-F94D-7265-59740D410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74379"/>
            <a:stretch>
              <a:fillRect/>
            </a:stretch>
          </p:blipFill>
          <p:spPr>
            <a:xfrm>
              <a:off x="1421423" y="469335"/>
              <a:ext cx="1729154" cy="4430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8686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we’ll cover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12648" y="15544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audience oriented with four clear beats.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" y="2331720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29346C"/>
          </a:solidFill>
          <a:ln w="12700">
            <a:solidFill>
              <a:srgbClr val="394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14400" y="2715768"/>
            <a:ext cx="438912" cy="438912"/>
          </a:xfrm>
          <a:prstGeom prst="ellipse">
            <a:avLst/>
          </a:prstGeom>
          <a:solidFill>
            <a:srgbClr val="68E1E8">
              <a:alpha val="15000"/>
            </a:srgbClr>
          </a:solidFill>
          <a:ln w="15240">
            <a:solidFill>
              <a:srgbClr val="6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27980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536192" y="25786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36192" y="29718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 up the problem and why it matters.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63056" y="2331720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262C61"/>
          </a:solidFill>
          <a:ln w="12700">
            <a:solidFill>
              <a:srgbClr val="394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19088" y="2715768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19088" y="27980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40880" y="25786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Approach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040880" y="29718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 the architecture, method or mental model.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58368" y="3904488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262C61"/>
          </a:solidFill>
          <a:ln w="12700">
            <a:solidFill>
              <a:srgbClr val="394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14400" y="4288536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14400" y="437083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536192" y="41513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536192" y="45445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Show the idea working with a concrete example.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163056" y="3904488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262C61"/>
          </a:solidFill>
          <a:ln w="12700">
            <a:solidFill>
              <a:srgbClr val="394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419088" y="4288536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419088" y="437083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40880" y="41513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040880" y="45445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Close with what the audience should remember.</a:t>
            </a:r>
            <a:endParaRPr lang="en-US" sz="11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" y="132588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39C6D8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7800" dirty="0"/>
          </a:p>
        </p:txBody>
      </p:sp>
      <p:sp>
        <p:nvSpPr>
          <p:cNvPr id="13" name="Text 10"/>
          <p:cNvSpPr/>
          <p:nvPr/>
        </p:nvSpPr>
        <p:spPr>
          <a:xfrm>
            <a:off x="2788920" y="161848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30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SECTION TITLE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70632" y="2121408"/>
            <a:ext cx="6537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this slide to reset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room.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2788920" y="36576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sentence that frames what comes next.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788920" y="4297680"/>
            <a:ext cx="3383280" cy="0"/>
          </a:xfrm>
          <a:prstGeom prst="line">
            <a:avLst/>
          </a:prstGeom>
          <a:noFill/>
          <a:ln w="3175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mnt/data/bengaluru_skyline_in_cyan_line_art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858000" y="5230368"/>
            <a:ext cx="4892040" cy="1143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502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8686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idea per slide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12648" y="15544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the right side for emphasis, not a second presentation.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49808" y="2359152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9808" y="24414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353312" y="233172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 with the conclusion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353312" y="27157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Tell the audience what matters before explaining why.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49808" y="3410712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9808" y="34930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353312" y="338328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evidence or an example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353312" y="37673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screenshot, number, story, or diagram beats another paragraph.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49808" y="4462272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9808" y="454456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353312" y="443484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hierarchy obvious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1353312" y="48188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Title → key point → supporting detail.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452360" y="23317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15183A"/>
          </a:solidFill>
          <a:ln w="15240">
            <a:solidFill>
              <a:srgbClr val="39C6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882128" y="274320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72%</a:t>
            </a:r>
            <a:endParaRPr lang="en-US" sz="4800" dirty="0"/>
          </a:p>
        </p:txBody>
      </p:sp>
      <p:sp>
        <p:nvSpPr>
          <p:cNvPr id="29" name="Text 26"/>
          <p:cNvSpPr/>
          <p:nvPr/>
        </p:nvSpPr>
        <p:spPr>
          <a:xfrm>
            <a:off x="7909560" y="370332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1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THIS SPACE FOR A STAT,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11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QUOTE OR KEY MESSAGE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0" y="44622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it short enough to read from the back of the room.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502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8686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Compare two approaches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12648" y="15544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the same structure on both sides so the difference is obvious.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" y="2331720"/>
            <a:ext cx="5230368" cy="3611880"/>
          </a:xfrm>
          <a:prstGeom prst="roundRect">
            <a:avLst>
              <a:gd name="adj" fmla="val 2025"/>
            </a:avLst>
          </a:prstGeom>
          <a:solidFill>
            <a:srgbClr val="202654"/>
          </a:solidFill>
          <a:ln w="20320">
            <a:solidFill>
              <a:srgbClr val="2F78D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78408" y="26517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282E66"/>
          </a:solidFill>
          <a:ln w="12700">
            <a:solidFill>
              <a:srgbClr val="282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106424" y="272491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2F78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APPROACH A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78408" y="3182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familiar path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1005840" y="3977640"/>
            <a:ext cx="118872" cy="118872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280160" y="389534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 to start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05840" y="4462272"/>
            <a:ext cx="118872" cy="118872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80160" y="437997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Tightly coupled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05840" y="4946904"/>
            <a:ext cx="118872" cy="118872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280160" y="486460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Harder to reuse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91072" y="2331720"/>
            <a:ext cx="5230368" cy="3611880"/>
          </a:xfrm>
          <a:prstGeom prst="roundRect">
            <a:avLst>
              <a:gd name="adj" fmla="val 2025"/>
            </a:avLst>
          </a:prstGeom>
          <a:solidFill>
            <a:srgbClr val="202654"/>
          </a:solidFill>
          <a:ln w="20320">
            <a:solidFill>
              <a:srgbClr val="39C6D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611112" y="26517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282E66"/>
          </a:solidFill>
          <a:ln w="12700">
            <a:solidFill>
              <a:srgbClr val="282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739128" y="272491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APPROACH B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611112" y="3182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better fit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6638544" y="3977640"/>
            <a:ext cx="118872" cy="118872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912864" y="389534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Clear boundaries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638544" y="4462272"/>
            <a:ext cx="118872" cy="118872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912864" y="437997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Composable parts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638544" y="4946904"/>
            <a:ext cx="118872" cy="118872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912864" y="486460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Easier to evolve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705856" y="3685032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502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8686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the visual do the work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12648" y="15544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a screenshot, architecture diagram, photo or chart.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" y="2240280"/>
            <a:ext cx="6629400" cy="3584448"/>
          </a:xfrm>
          <a:prstGeom prst="roundRect">
            <a:avLst>
              <a:gd name="adj" fmla="val 2041"/>
            </a:avLst>
          </a:prstGeom>
          <a:solidFill>
            <a:srgbClr val="111633"/>
          </a:solidFill>
          <a:ln w="15240">
            <a:solidFill>
              <a:srgbClr val="39437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50976" y="2551176"/>
            <a:ext cx="6044184" cy="2953512"/>
          </a:xfrm>
          <a:prstGeom prst="rect">
            <a:avLst/>
          </a:prstGeom>
          <a:solidFill>
            <a:srgbClr val="30376E"/>
          </a:solidFill>
          <a:ln w="12700">
            <a:solidFill>
              <a:srgbClr val="3037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965960" y="373075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1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DROP IMAGE / SCREENSHOT HERE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26680" y="24140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should the audience notice?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726680" y="30175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this column for no more than 3 observations. Refer to visible parts of the image so people know where to look.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726680" y="4315968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726680" y="43982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321040" y="436168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Point to the important region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726680" y="4791456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726680" y="48737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321040" y="483717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 why it matters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726680" y="5266944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726680" y="53492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321040" y="531266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 it to the next slide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502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8686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Show the flow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12648" y="15544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simple sequence is easier to follow than a dense architecture diagram.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" y="2395728"/>
            <a:ext cx="2487168" cy="3063240"/>
          </a:xfrm>
          <a:prstGeom prst="roundRect">
            <a:avLst>
              <a:gd name="adj" fmla="val 2941"/>
            </a:avLst>
          </a:prstGeom>
          <a:solidFill>
            <a:srgbClr val="202654"/>
          </a:solidFill>
          <a:ln w="15240">
            <a:solidFill>
              <a:srgbClr val="39437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77824" y="2697480"/>
            <a:ext cx="612648" cy="347472"/>
          </a:xfrm>
          <a:prstGeom prst="roundRect">
            <a:avLst>
              <a:gd name="adj" fmla="val 21053"/>
            </a:avLst>
          </a:prstGeom>
          <a:solidFill>
            <a:srgbClr val="30376E"/>
          </a:solidFill>
          <a:ln w="12700">
            <a:solidFill>
              <a:srgbClr val="3037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05840" y="2770632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77824" y="3310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77824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starts the interaction?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127248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3483864" y="2395728"/>
            <a:ext cx="2487168" cy="3063240"/>
          </a:xfrm>
          <a:prstGeom prst="roundRect">
            <a:avLst>
              <a:gd name="adj" fmla="val 2941"/>
            </a:avLst>
          </a:prstGeom>
          <a:solidFill>
            <a:srgbClr val="202654"/>
          </a:solidFill>
          <a:ln w="15240">
            <a:solidFill>
              <a:srgbClr val="39437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739896" y="2697480"/>
            <a:ext cx="612648" cy="347472"/>
          </a:xfrm>
          <a:prstGeom prst="roundRect">
            <a:avLst>
              <a:gd name="adj" fmla="val 21053"/>
            </a:avLst>
          </a:prstGeom>
          <a:solidFill>
            <a:srgbClr val="30376E"/>
          </a:solidFill>
          <a:ln w="12700">
            <a:solidFill>
              <a:srgbClr val="3037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67912" y="2770632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739896" y="3310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3739896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information is added?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98932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6345936" y="2395728"/>
            <a:ext cx="2487168" cy="3063240"/>
          </a:xfrm>
          <a:prstGeom prst="roundRect">
            <a:avLst>
              <a:gd name="adj" fmla="val 2941"/>
            </a:avLst>
          </a:prstGeom>
          <a:solidFill>
            <a:srgbClr val="2B356C"/>
          </a:solidFill>
          <a:ln w="15240">
            <a:solidFill>
              <a:srgbClr val="39C6D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601968" y="2697480"/>
            <a:ext cx="612648" cy="347472"/>
          </a:xfrm>
          <a:prstGeom prst="roundRect">
            <a:avLst>
              <a:gd name="adj" fmla="val 21053"/>
            </a:avLst>
          </a:prstGeom>
          <a:solidFill>
            <a:srgbClr val="39C6D8"/>
          </a:solidFill>
          <a:ln w="1270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729984" y="2770632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1E22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601968" y="3310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ACTION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6601968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actually happens?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851392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9208008" y="2395728"/>
            <a:ext cx="2487168" cy="3063240"/>
          </a:xfrm>
          <a:prstGeom prst="roundRect">
            <a:avLst>
              <a:gd name="adj" fmla="val 2941"/>
            </a:avLst>
          </a:prstGeom>
          <a:solidFill>
            <a:srgbClr val="202654"/>
          </a:solidFill>
          <a:ln w="15240">
            <a:solidFill>
              <a:srgbClr val="39437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464040" y="2697480"/>
            <a:ext cx="612648" cy="347472"/>
          </a:xfrm>
          <a:prstGeom prst="roundRect">
            <a:avLst>
              <a:gd name="adj" fmla="val 21053"/>
            </a:avLst>
          </a:prstGeom>
          <a:solidFill>
            <a:srgbClr val="30376E"/>
          </a:solidFill>
          <a:ln w="12700">
            <a:solidFill>
              <a:srgbClr val="3037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592056" y="2770632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9464040" y="3310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9464040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comes back?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85800" y="5833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382A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TIP: reveal one step at a time when presenting.</a:t>
            </a:r>
            <a:endParaRPr lang="en-US" sz="10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502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8686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 / code layout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12648" y="15544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the code large. Explain only the lines that matter.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" y="2167128"/>
            <a:ext cx="7360920" cy="3703320"/>
          </a:xfrm>
          <a:prstGeom prst="roundRect">
            <a:avLst>
              <a:gd name="adj" fmla="val 1975"/>
            </a:avLst>
          </a:prstGeom>
          <a:solidFill>
            <a:srgbClr val="10142F"/>
          </a:solidFill>
          <a:ln w="15240">
            <a:solidFill>
              <a:srgbClr val="38417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32688" y="2395728"/>
            <a:ext cx="109728" cy="109728"/>
          </a:xfrm>
          <a:prstGeom prst="ellipse">
            <a:avLst/>
          </a:prstGeom>
          <a:solidFill>
            <a:srgbClr val="F46B6B"/>
          </a:solidFill>
          <a:ln w="12700">
            <a:solidFill>
              <a:srgbClr val="F4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115568" y="2395728"/>
            <a:ext cx="109728" cy="109728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298448" y="2395728"/>
            <a:ext cx="109728" cy="109728"/>
          </a:xfrm>
          <a:prstGeom prst="ellipse">
            <a:avLst/>
          </a:prstGeom>
          <a:solidFill>
            <a:srgbClr val="6FCF97"/>
          </a:solidFill>
          <a:ln w="12700">
            <a:solidFill>
              <a:srgbClr val="6FCF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60120" y="2761488"/>
            <a:ext cx="653796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9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Replace this with your demo snippet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createMcpServer({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tools: [searchDocs, createIssue],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auth: secureSession,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server.start();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94192" y="2377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 checklist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394192" y="3063240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94192" y="31455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997696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audience should watch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394192" y="3749040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394192" y="38313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997696" y="3776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can safely fail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394192" y="4434840"/>
            <a:ext cx="438912" cy="438912"/>
          </a:xfrm>
          <a:prstGeom prst="ellipse">
            <a:avLst/>
          </a:prstGeom>
          <a:solidFill>
            <a:srgbClr val="39C6D8">
              <a:alpha val="15000"/>
            </a:srgbClr>
          </a:solidFill>
          <a:ln w="1524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394192" y="45171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C6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997696" y="44622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screenshot / recording fallback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394192" y="5440680"/>
            <a:ext cx="987552" cy="347472"/>
          </a:xfrm>
          <a:prstGeom prst="roundRect">
            <a:avLst>
              <a:gd name="adj" fmla="val 21053"/>
            </a:avLst>
          </a:prstGeom>
          <a:solidFill>
            <a:srgbClr val="39C6D8"/>
          </a:solidFill>
          <a:ln w="1270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522208" y="55138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1E22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</a:t>
            </a:r>
            <a:endParaRPr lang="en-US" sz="8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mcp_glob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"/>
            <a:ext cx="554035" cy="4781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5261" y="374721"/>
            <a:ext cx="1783537" cy="18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6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MCP COMMUNITY</a:t>
            </a:r>
            <a:endParaRPr lang="en-US" sz="996" dirty="0"/>
          </a:p>
        </p:txBody>
      </p:sp>
      <p:sp>
        <p:nvSpPr>
          <p:cNvPr id="10" name="Text 7"/>
          <p:cNvSpPr/>
          <p:nvPr/>
        </p:nvSpPr>
        <p:spPr>
          <a:xfrm>
            <a:off x="1125261" y="549280"/>
            <a:ext cx="1176376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6" b="1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</a:t>
            </a:r>
            <a:endParaRPr lang="en-US" sz="996" dirty="0"/>
          </a:p>
        </p:txBody>
      </p:sp>
      <p:sp>
        <p:nvSpPr>
          <p:cNvPr id="11" name="Text 8"/>
          <p:cNvSpPr/>
          <p:nvPr/>
        </p:nvSpPr>
        <p:spPr>
          <a:xfrm>
            <a:off x="2278868" y="564459"/>
            <a:ext cx="819668" cy="12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98" b="1" kern="0" spc="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</a:t>
            </a:r>
            <a:endParaRPr lang="en-US" sz="598" dirty="0"/>
          </a:p>
        </p:txBody>
      </p:sp>
      <p:sp>
        <p:nvSpPr>
          <p:cNvPr id="12" name="Text 9"/>
          <p:cNvSpPr/>
          <p:nvPr/>
        </p:nvSpPr>
        <p:spPr>
          <a:xfrm>
            <a:off x="685800" y="914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" y="1572768"/>
            <a:ext cx="8092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Make the sentence people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remember tomorrow.</a:t>
            </a:r>
            <a:endParaRPr lang="en-US" sz="3900" dirty="0"/>
          </a:p>
        </p:txBody>
      </p:sp>
      <p:sp>
        <p:nvSpPr>
          <p:cNvPr id="14" name="Shape 11"/>
          <p:cNvSpPr/>
          <p:nvPr/>
        </p:nvSpPr>
        <p:spPr>
          <a:xfrm>
            <a:off x="713232" y="3685032"/>
            <a:ext cx="3794760" cy="0"/>
          </a:xfrm>
          <a:prstGeom prst="line">
            <a:avLst/>
          </a:prstGeom>
          <a:noFill/>
          <a:ln w="3810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3232" y="4096512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 it with one example or one action they can take next.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32688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dirty="0">
                <a:solidFill>
                  <a:srgbClr val="39C6D8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800" dirty="0"/>
          </a:p>
        </p:txBody>
      </p:sp>
      <p:pic>
        <p:nvPicPr>
          <p:cNvPr id="17" name="Image 1" descr="/mnt/data/bengaluru_skyline_in_cyan_line_art.png"/>
          <p:cNvPicPr>
            <a:picLocks noChangeAspect="1"/>
          </p:cNvPicPr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6858000" y="5230368"/>
            <a:ext cx="4892040" cy="1143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mcp_glob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"/>
            <a:ext cx="554035" cy="4781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5261" y="374721"/>
            <a:ext cx="1783537" cy="18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6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MCP COMMUNITY</a:t>
            </a:r>
            <a:endParaRPr lang="en-US" sz="996" dirty="0"/>
          </a:p>
        </p:txBody>
      </p:sp>
      <p:sp>
        <p:nvSpPr>
          <p:cNvPr id="10" name="Text 7"/>
          <p:cNvSpPr/>
          <p:nvPr/>
        </p:nvSpPr>
        <p:spPr>
          <a:xfrm>
            <a:off x="1125261" y="549280"/>
            <a:ext cx="1176376" cy="18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6" b="1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</a:t>
            </a:r>
            <a:endParaRPr lang="en-US" sz="996" dirty="0"/>
          </a:p>
        </p:txBody>
      </p:sp>
      <p:sp>
        <p:nvSpPr>
          <p:cNvPr id="11" name="Text 8"/>
          <p:cNvSpPr/>
          <p:nvPr/>
        </p:nvSpPr>
        <p:spPr>
          <a:xfrm>
            <a:off x="2278868" y="564459"/>
            <a:ext cx="819668" cy="12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98" b="1" kern="0" spc="15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</a:t>
            </a:r>
            <a:endParaRPr lang="en-US" sz="598" dirty="0"/>
          </a:p>
        </p:txBody>
      </p:sp>
      <p:sp>
        <p:nvSpPr>
          <p:cNvPr id="12" name="Text 9"/>
          <p:cNvSpPr/>
          <p:nvPr/>
        </p:nvSpPr>
        <p:spPr>
          <a:xfrm>
            <a:off x="685800" y="157276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Questions?</a:t>
            </a:r>
            <a:endParaRPr lang="en-US" sz="5000" dirty="0"/>
          </a:p>
        </p:txBody>
      </p:sp>
      <p:sp>
        <p:nvSpPr>
          <p:cNvPr id="13" name="Text 10"/>
          <p:cNvSpPr/>
          <p:nvPr/>
        </p:nvSpPr>
        <p:spPr>
          <a:xfrm>
            <a:off x="713232" y="25420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Let’s talk.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31520" y="340156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this slide visible during Q&amp;A. Add your handle or QR code only if useful.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31520" y="443484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282E66"/>
          </a:solidFill>
          <a:ln w="12700">
            <a:solidFill>
              <a:srgbClr val="282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9536" y="4507992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@yourhandle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450592" y="443484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282E66"/>
          </a:solidFill>
          <a:ln w="12700">
            <a:solidFill>
              <a:srgbClr val="282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78608" y="4507992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yourwebsite.dev</a:t>
            </a:r>
            <a:endParaRPr lang="en-US" sz="850" dirty="0"/>
          </a:p>
        </p:txBody>
      </p:sp>
      <p:pic>
        <p:nvPicPr>
          <p:cNvPr id="20" name="Image 2" descr="/mnt/data/bengaluru_skyline_in_cyan_line_art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6858000" y="5230368"/>
            <a:ext cx="4892040" cy="1143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6CA09C9-2A95-D93D-4C36-B92D1C7CD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515" y="1607703"/>
            <a:ext cx="2982585" cy="29825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mcp_glob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77240"/>
            <a:ext cx="2011680" cy="1737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63240" y="9601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40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44952" y="157276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Session Title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063240" y="239572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Name · Your role · Company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063240" y="2971800"/>
            <a:ext cx="5029200" cy="0"/>
          </a:xfrm>
          <a:prstGeom prst="line">
            <a:avLst/>
          </a:prstGeom>
          <a:noFill/>
          <a:ln w="3175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063240" y="3337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MCP Community Connect Bengaluru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06324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 September 2026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063240" y="452628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282E66"/>
          </a:solidFill>
          <a:ln w="12700">
            <a:solidFill>
              <a:srgbClr val="282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191256" y="4599432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@yourhandle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00600" y="452628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282E66"/>
          </a:solidFill>
          <a:ln w="12700">
            <a:solidFill>
              <a:srgbClr val="282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28616" y="4599432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QR CODE</a:t>
            </a:r>
            <a:endParaRPr lang="en-US" sz="850" dirty="0"/>
          </a:p>
        </p:txBody>
      </p:sp>
      <p:pic>
        <p:nvPicPr>
          <p:cNvPr id="19" name="Image 1" descr="/mnt/data/bengaluru_skyline_in_cyan_line_art.png"/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6858000" y="5230368"/>
            <a:ext cx="4892040" cy="1143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574</Words>
  <Application>Microsoft Office PowerPoint</Application>
  <PresentationFormat>Widescreen</PresentationFormat>
  <Paragraphs>159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Carlito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MCP Community Connect Bengaluru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Community Connect Bengaluru — Speaker Deck Template</dc:title>
  <dc:subject>MCP Community Connect Bengaluru Speaker Deck Template</dc:subject>
  <dc:creator>OpenAI</dc:creator>
  <cp:lastModifiedBy>Stephen Simon</cp:lastModifiedBy>
  <cp:revision>2</cp:revision>
  <dcterms:created xsi:type="dcterms:W3CDTF">2026-09-18T05:21:26Z</dcterms:created>
  <dcterms:modified xsi:type="dcterms:W3CDTF">2026-09-18T05:51:56Z</dcterms:modified>
</cp:coreProperties>
</file>